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40080"/>
            <a:ext cx="5669280" cy="384048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046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Food, Government of Bangladesh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OMS National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Platform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right beneficiary receives the right quota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traceable evidence and measurable accountability.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09728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383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March 2026  ·  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777240"/>
            <a:ext cx="2331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77724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693408" y="850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300,000+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93408" y="12161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691640"/>
            <a:ext cx="2331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691640"/>
            <a:ext cx="54864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1764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21305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Users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2606040"/>
            <a:ext cx="2331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606040"/>
            <a:ext cx="54864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679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93408" y="30449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Mobile App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520440"/>
            <a:ext cx="2331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3520440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93408" y="39593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Tolerance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 Sales (OMS) Automation System  ·  Directorate General of Food, Bangladesh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current OMS system needs a complete overhaul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64008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987552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02412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98755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Lifting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1389888"/>
            <a:ext cx="3877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beneficiary can collect food grain multiple times a day or month. The same ration is drawn twice with no system to detect or prevent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22960"/>
            <a:ext cx="64008" cy="1783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82312" y="987552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102412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98755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Leakage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45736" y="1389888"/>
            <a:ext cx="3877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food quotas are regularly exceeded or manipulated by dealers, resulting in millions in government losses each budget cycle.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64008" cy="1783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" y="2953512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99008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535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Operation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" y="3355848"/>
            <a:ext cx="3877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lose connectivity in field areas, causing distribution to halt or be recorded on paper — creating permanent audit gaps.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78892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82312" y="295351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299008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95351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Intelligence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45736" y="3355848"/>
            <a:ext cx="3877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exists to analyze demand patterns, poverty indicators or supply needs. All decisions are made manually and reactively.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national-scale platform built on three pillars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74320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4320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877824"/>
            <a:ext cx="402336" cy="40233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90525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850392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069848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490472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biometric verification per 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057400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 on same-day re-collection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624328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quota enforcement in real-time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191256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369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fingerprinting per dealer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3824" y="804672"/>
            <a:ext cx="274320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804672"/>
            <a:ext cx="2743200" cy="5669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55264" y="877824"/>
            <a:ext cx="402336" cy="40233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90525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30752" y="850392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0752" y="1069848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Field Ops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1490472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works on 2G / no internet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057400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database syncs when online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624328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 for offline transactions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191256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32369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engine on sync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71616" y="804672"/>
            <a:ext cx="274320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71616" y="804672"/>
            <a:ext cx="274320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877824"/>
            <a:ext cx="402336" cy="40233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63056" y="90525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38544" y="850392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38544" y="1069848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9632" y="1490472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per district/upazila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9632" y="2057400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proxy scoring from buying patterns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9632" y="2624328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compliance and risk scoring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3191256"/>
            <a:ext cx="248716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369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leakage reduction dashboard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 ·  Modular  ·  Scalable to national scale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6517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651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412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" y="1243584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167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Dashboard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1901952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75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Mobile App (Android)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2560320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33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Portal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" y="3218688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918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27248" y="804672"/>
            <a:ext cx="26517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804672"/>
            <a:ext cx="265176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8412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36976" y="1243584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3167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over HTTPS / TLS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36976" y="1901952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975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Message Queue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36976" y="2560320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633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36976" y="3218688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2918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Versioning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2784" y="804672"/>
            <a:ext cx="26517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804672"/>
            <a:ext cx="26517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8412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1243584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13167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Verification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82512" y="1901952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1975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Engine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2560320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633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Engine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82512" y="3218688"/>
            <a:ext cx="2432304" cy="512064"/>
          </a:xfrm>
          <a:prstGeom prst="rect">
            <a:avLst/>
          </a:prstGeom>
          <a:solidFill>
            <a:srgbClr val="141E32"/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32918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187952"/>
            <a:ext cx="868680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4187952"/>
            <a:ext cx="86868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4187952"/>
            <a:ext cx="2743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0040" y="4352544"/>
            <a:ext cx="1993392" cy="347472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407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Primary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96312" y="4352544"/>
            <a:ext cx="1993392" cy="347472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4407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72584" y="4352544"/>
            <a:ext cx="1993392" cy="347472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407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(Mobile)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48856" y="4352544"/>
            <a:ext cx="1993392" cy="347472"/>
          </a:xfrm>
          <a:prstGeom prst="rect">
            <a:avLst/>
          </a:prstGeom>
          <a:solidFill>
            <a:srgbClr val="141E32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1152" y="4407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DB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9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Architecture Overview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integrated modules — as specified in the SRS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91440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50976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9509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Registration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138988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 · Approval workflow · Login &amp; renewal via Android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36392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804672"/>
            <a:ext cx="2743200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914400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950976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58184" y="9509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38988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Allotment · Deposit verification · DO order creation · Payment approval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804672"/>
            <a:ext cx="27432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153912" y="9144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950976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65976" y="9509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912" y="138988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biometric verify · Duplicate block · Monthly quota control · Beneficiary enroll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3464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" y="2944368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298094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" y="3419856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sales monitoring · Physical field inspection · Control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36392" y="28346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36392" y="2834640"/>
            <a:ext cx="274320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6120" y="2944368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98094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58184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Operation Setup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46120" y="3419856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hierarchy · Program setup · Dealer approval rules · Zone config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44184" y="28346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44184" y="2834640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153912" y="2944368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6153912" y="298094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65976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Mgmt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53912" y="3419856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 users · Roles &amp; permissions · User groups · Active/inactive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beneficiary collects food — step by step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22960"/>
            <a:ext cx="1078992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896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opens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61872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26464" y="822960"/>
            <a:ext cx="10789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73936" y="89611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773936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05456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2670048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70048" y="822960"/>
            <a:ext cx="10789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89611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06624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+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3913632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13632" y="822960"/>
            <a:ext cx="10789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61104" y="896112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261104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50208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92624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5157216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57216" y="822960"/>
            <a:ext cx="1078992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5504688" y="89611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504688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93792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≥ 85%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36208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822960"/>
            <a:ext cx="1078992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hape 36"/>
          <p:cNvSpPr/>
          <p:nvPr/>
        </p:nvSpPr>
        <p:spPr>
          <a:xfrm>
            <a:off x="6748272" y="89611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6748272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37376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dispensed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receipt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79792" y="1362456"/>
            <a:ext cx="1645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Shape 40"/>
          <p:cNvSpPr/>
          <p:nvPr/>
        </p:nvSpPr>
        <p:spPr>
          <a:xfrm>
            <a:off x="7644384" y="822960"/>
            <a:ext cx="10789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44384" y="822960"/>
            <a:ext cx="1078992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4" name="Shape 42"/>
          <p:cNvSpPr/>
          <p:nvPr/>
        </p:nvSpPr>
        <p:spPr>
          <a:xfrm>
            <a:off x="7991856" y="896112"/>
            <a:ext cx="384048" cy="38404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5" name="Text 43"/>
          <p:cNvSpPr/>
          <p:nvPr/>
        </p:nvSpPr>
        <p:spPr>
          <a:xfrm>
            <a:off x="7991856" y="91440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680960" y="133502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2176272"/>
            <a:ext cx="4114800" cy="1536192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2176272"/>
            <a:ext cx="54864" cy="15361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ENGINE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25786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already collected today:
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Transaction immediately blocked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log entry created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Supervisor notified via SMS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2176272"/>
            <a:ext cx="4343400" cy="1536192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2176272"/>
            <a:ext cx="54864" cy="15361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4700016" y="2249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FIRST GUARANTEE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00016" y="257860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dealer loses connectivity: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continues with local database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Transactions queued in sync buffer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Auto-syncs when network returns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prototype — 9 modules ready for demonstration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39867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" y="8961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89611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8961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859536"/>
            <a:ext cx="59436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868680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OMS National Control Platform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52144"/>
            <a:ext cx="1371600" cy="3639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152144"/>
            <a:ext cx="1371600" cy="347472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1554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Offices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1920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Dealers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286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Beneficiaries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651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Distribution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Inspection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383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 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1188720"/>
            <a:ext cx="1645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737360" y="1188720"/>
            <a:ext cx="164592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0" y="12710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15910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Txns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1188720"/>
            <a:ext cx="1645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1188720"/>
            <a:ext cx="164592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12710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11880" y="15910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Blocked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1188720"/>
            <a:ext cx="1645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1188720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12710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7.8%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15910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Rate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86600" y="1188720"/>
            <a:ext cx="1645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118872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12710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99.97%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78040" y="15910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37360" y="1993392"/>
            <a:ext cx="7040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1783080" y="20116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Modules:  Offices  |  Dealers  |  Beneficiaries  |  Distribution  |  Inspection  |  Analytics  |  Notifications  |  Audit Log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73736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FEED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764792" y="26151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920240" y="25877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Khatun — 5kg Rice — Rahman Center — Face 97.7% — VERIFIED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4792" y="296265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1920240" y="29352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Mohammad Ali already collected today at 07:23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64792" y="33101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1920240" y="32826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Rina Begum — 3kg Flour — Karim Depot — Face 94.1% — VERIFIED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4792" y="365760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1920240" y="36301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Jabbar Mia — Face 68% — Pending review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2" name="Text 50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Live prototype available for demonstration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transaction logging to policy intelligence — 3 levels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8346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9536"/>
            <a:ext cx="402336" cy="40233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7782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8503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1088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591056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volume per dealer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176272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311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distribution heatmap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761488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16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block rate dashboard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346704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category breakdown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45536" y="804672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804672"/>
            <a:ext cx="283464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55264" y="859536"/>
            <a:ext cx="402336" cy="40233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87782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39896" y="8503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9896" y="1088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73552" y="1591056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(late-night patterns)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73552" y="2176272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2311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sharing across dealers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73552" y="2761488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2816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 per dealer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73552" y="3346704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root-cause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804672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04672"/>
            <a:ext cx="283464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859536"/>
            <a:ext cx="402336" cy="40233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44768" y="87782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8503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1088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63056" y="1591056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 forecast per upazila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63056" y="2176272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2311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proxy from buying patterns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63056" y="2761488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816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shortage early warning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63056" y="3346704"/>
            <a:ext cx="2578608" cy="4754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adjustment recommendations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Staged rollout — from MVP to national scale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93852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04672"/>
            <a:ext cx="1719072" cy="111556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82296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2412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171907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26771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registration &amp; login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enrollment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+ distribution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audit logging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64992" y="1938528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804672"/>
            <a:ext cx="1719072" cy="1115568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34640" y="82296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102412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34640" y="146304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176272"/>
            <a:ext cx="171907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226771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engine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34640" y="2834640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+ IP camera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L1 &amp; L2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50992" y="193852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804672"/>
            <a:ext cx="1719072" cy="1115568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82296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102412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20640" y="146304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2176272"/>
            <a:ext cx="171907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0640" y="226771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Bank payment API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2834640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(L3)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0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Upazila rollout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36992" y="193852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804672"/>
            <a:ext cx="1719072" cy="111556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82296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102412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06640" y="1463040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13+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176272"/>
            <a:ext cx="171907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06640" y="226771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210K+ transactions/day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2834640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rating system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06640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comments portal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06640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handover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OWNERSHIP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own the system — completely, permanently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89611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32688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" y="950976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Handover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371600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delivered at project end. All repository history included. No vendor lock-in whatsoever.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804672"/>
            <a:ext cx="274320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896112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932688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950976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Codebase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371600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function, and API documented inline. Your team can modify the system without our involvement.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804672"/>
            <a:ext cx="27432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6153912" y="896112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932688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47688" y="950976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53912" y="1371600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documentation: setup, deployment, architecture decisions, and API references.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798064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798064"/>
            <a:ext cx="27432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" y="2889504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292608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" y="2944368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(Bangla)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364992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operating manuals for field staff, dealers, and supervisors — in English and Bengali.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36392" y="2798064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36392" y="2798064"/>
            <a:ext cx="274320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6120" y="2889504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92608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39896" y="2944368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Documentation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3364992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 published. Third-party systems (Bangladesh Bank, NID, etc.) can integrate directly.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44184" y="2798064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44184" y="2798064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153912" y="2889504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6153912" y="292608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47688" y="2944368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53912" y="3364992"/>
            <a:ext cx="25237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hands-on training for admin users included. Train-the-trainer approach for sustainability.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COMPLIANCE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requirement from the SRS — addressed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14800" cy="201168"/>
          </a:xfrm>
          <a:prstGeom prst="rect">
            <a:avLst/>
          </a:prstGeom>
          <a:solidFill>
            <a:srgbClr val="1E3A8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768096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Requirement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43400" y="749808"/>
            <a:ext cx="1188720" cy="201168"/>
          </a:xfrm>
          <a:prstGeom prst="rect">
            <a:avLst/>
          </a:prstGeom>
          <a:solidFill>
            <a:srgbClr val="1E3A8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768096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32120" y="749808"/>
            <a:ext cx="3474720" cy="201168"/>
          </a:xfrm>
          <a:prstGeom prst="rect">
            <a:avLst/>
          </a:prstGeom>
          <a:solidFill>
            <a:srgbClr val="1E3A8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5272" y="7680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958291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976579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dealer registration &amp; approval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43400" y="958291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976579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32120" y="958291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976579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Module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1166774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506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deposit &amp; allotment via mobile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43400" y="1166774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185062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32120" y="1166774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5272" y="118506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Module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375258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1393546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Order creation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1375258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1393546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32120" y="1375258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139354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Module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1583741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1602029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authentication for distribution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1583741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6552" y="1602029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32120" y="1583741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1602029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Module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1792224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181051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multiple lifting in one day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43400" y="1792224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1810512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32120" y="1792224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181051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Module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2000707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2018995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quota enforcement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2000707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2018995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32120" y="2000707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05272" y="2018995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Module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2209190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2227478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operation + auto sync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43400" y="2209190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16552" y="2227478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532120" y="2209190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05272" y="222747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Module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2417674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243596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activity monitoring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43400" y="2417674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435962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532120" y="2417674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05272" y="243596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Module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8600" y="2626157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644445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inspection workflow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343400" y="2626157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16552" y="2644445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532120" y="2626157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05272" y="2644445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Module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" y="2834640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" y="2852928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/ demand forecasting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43400" y="2834640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16552" y="2852928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532120" y="2834640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05272" y="285292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28600" y="3043123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" y="3061411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43400" y="3043123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16552" y="3061411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532120" y="3043123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05272" y="3061411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Module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" y="3251606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" y="3269894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Bank payment integration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43400" y="3251606"/>
            <a:ext cx="1188720" cy="20116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16552" y="3269894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532120" y="3251606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05272" y="326989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Module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8600" y="3460090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" y="3478378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43400" y="3460090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3478378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532120" y="3460090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05272" y="347837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(Shared)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8600" y="3668573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1752" y="3686861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+ logs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43400" y="3668573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16552" y="3686861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532120" y="3668573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05272" y="3686861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Module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28600" y="3877056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1752" y="3895344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Program setup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43400" y="3877056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95344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532120" y="3877056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05272" y="389534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Module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28600" y="4085539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" y="4103827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developer handover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43400" y="4085539"/>
            <a:ext cx="1188720" cy="201168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16552" y="4103827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5532120" y="4085539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05272" y="4103827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Package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28600" y="4294022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1752" y="431231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documentation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43400" y="4294022"/>
            <a:ext cx="1188720" cy="201168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16552" y="431231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532120" y="4294022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05272" y="431231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Package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28600" y="4502506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01752" y="4520794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integration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343400" y="4502506"/>
            <a:ext cx="1188720" cy="20116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16552" y="4520794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5532120" y="4502506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05272" y="452079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Module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28600" y="4710989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1752" y="4729277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 / 2G support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43400" y="4710989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416552" y="4729277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532120" y="4710989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05272" y="4729277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(Android)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228600" y="4919472"/>
            <a:ext cx="41148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01752" y="493776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Bangla + English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343400" y="4919472"/>
            <a:ext cx="1188720" cy="20116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416552" y="493776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5532120" y="4919472"/>
            <a:ext cx="347472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605272" y="493776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3" name="Text 131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understand not just the software requirements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governance problem behind them.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41248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265176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5237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245059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walkthrough of all 9 prototype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0128" y="2450592"/>
            <a:ext cx="265176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5237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22192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9856" y="2871216"/>
            <a:ext cx="245059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open items and assumptions from the SRS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50592"/>
            <a:ext cx="265176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5237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Contract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2871216"/>
            <a:ext cx="245059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MVP scope — Month 1 to 3 delivery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412480" cy="62179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demonstration  ·  All 9 modules live  ·  Full SRS compliance  ·  Phase A delivery in 3 months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National Control Platform  ·  Ministry of Food, Bangladesh  ·  Confidential —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OMS National Control Platform — Client Presentation</dc:title>
  <dc:subject>PptxGenJS Presentation</dc:subject>
  <dc:creator>PptxGenJS</dc:creator>
  <cp:lastModifiedBy>PptxGenJS</cp:lastModifiedBy>
  <cp:revision>1</cp:revision>
  <dcterms:created xsi:type="dcterms:W3CDTF">2026-03-20T10:22:59Z</dcterms:created>
  <dcterms:modified xsi:type="dcterms:W3CDTF">2026-03-20T10:22:59Z</dcterms:modified>
</cp:coreProperties>
</file>